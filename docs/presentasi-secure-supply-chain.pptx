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Secure Supply Chain Tracking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444D6E"/>
                </a:solidFill>
                <a:latin typeface="Calibri"/>
              </a:defRPr>
            </a:pPr>
            <a:r>
              <a:t>Trusted Tracking from Warehouse to Customer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Masalah Industri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Tracking sering tersebar di banyak sistem.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Risiko manipulasi status barang masih tinggi.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Audit sulit dan memakan waktu.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Enkripsi belum menjadi standar operasional.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Solusi Kami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Platform tracking terintegrasi dan role-based.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Hash chain untuk menjamin integritas log.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Hybrid encryption untuk data penting.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Audit trail lengkap untuk investigasi.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Unique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Secure by design, bukan fitur tambahan.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Integritas data bisa diverifikasi kapan saja.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Cocok untuk skala UMKM sampai enterprise.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Siap terhubung ke ekosistem logistik existing.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Fitur Wajib yang Terpenuhi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Input data barang.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Tracking warehouse -&gt; distribution -&gt; customer.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Multi-role: admin, supplier, kurir.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Register/login, RBAC, dan export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Arsitektur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Frontend web interface per role.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Backend Laravel service dan policy security.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MySQL untuk data operasional dan audit.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Modul: encryption, hash chain, integrity verifier.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Alur Proses Bisnis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Supplier input barang.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Admin validasi dan release shipment.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Kurir update status distribusi.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Customer menerima barang dan admin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Desain Database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Tabel utama: users, roles, items, shipments.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Tabel tracking_events untuk timeline status.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Tabel transaction_logs untuk hash chain.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Tabel audit_trails dan integrity_checks.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Security Design (2 Cipher)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AES-256-GCM untuk enkripsi payload sensitif.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RSA-2048 OAEP untuk enkripsi kunci AES.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Model hybrid encryption menguatkan kerahasiaan.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Tag GCM mendeteksi modifikasi ciphertext.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Hash Chain dan Integrity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Setiap log bergantung pada hash sebelumnya.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Tampering satu data membuat chain mismatch.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Verifier melakukan rekalkulasi otomatis.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Output: VALID atau TAMPERED + lokasi mismatch.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Audit Trail Lengkap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Mencatat actor, action, object, dan timestamp.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Mencatat source IP dan user-agent.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Menyimpan old/new value untuk field kritis.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Mendukung investigasi insiden dan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Demo Alur Normal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Supplier input item.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Status bergerak ke warehouse dan distribution.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Kurir update pengantaran sampai customer.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Admin export laporan PDF dan audit ringkas.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Demo Simulasi Serangan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Ubah log chain secara manual (tampering).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Jalankan integrity verification.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Sistem menandai status TAMPERED.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Audit trail menunjukkan sumber kejadian.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Security Testing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Log tampering test: PASS.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Broken access control test: PASS.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SQL injection test: PASS.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Payload tampering test: PASS.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Nilai Tambah Bisnis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Mengurangi biaya sengketa pengiriman.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Meningkatkan trust antar pelaku supply chain.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Mempercepat audit dan investigasi internal.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Mendorong kesiapan go-public sebagai produk.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Roadmap Produk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v1: core tracking dan baseline security.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v2: 2FA, notifikasi realtime, analytics.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v3: integrasi ERP/WMS dan mobile kurir.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v4: anomaly detection berbasis ML.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Pembagian Tugas Tim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Materi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Dikerjakan Oleh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Catatan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Analisis + BPMN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Anggota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Literatur, threat model, alur proses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Database +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Anggota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ERD dan struktur tabel inti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Auth + RBAC +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Anggota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Register/login dan update status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Encryption + Hash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Anggota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AES/RSA dan integrity verifier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Audit + Testing + Dokumen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Anggota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Simulasi attack, PDF, presentasi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2248"/>
                </a:solidFill>
                <a:latin typeface="Calibri"/>
              </a:defRPr>
            </a:pPr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S2CTS siap sebagai prototipe produksi aman.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Security dan traceability menjadi nilai inti.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Terima kasih.</a:t>
            </a:r>
          </a:p>
          <a:p>
            <a:pPr>
              <a:defRPr sz="2400">
                <a:solidFill>
                  <a:srgbClr val="2A2E3F"/>
                </a:solidFill>
                <a:latin typeface="Calibri"/>
              </a:defRPr>
            </a:pPr>
            <a:r>
              <a:t>QnA.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